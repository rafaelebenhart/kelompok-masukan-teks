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88297-6A3C-E491-65BD-B6595EAB1E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7C4129-D921-E951-B395-28C71A6819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C1E28-F36E-4108-B2D2-8349BF7C6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E9310-A109-495A-A6D3-B9B1DB87B810}" type="datetimeFigureOut">
              <a:rPr lang="en-ID" smtClean="0"/>
              <a:t>17/12/2025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3766C-81B0-B127-E4C4-BBB195521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2A790-D063-7065-1D28-71040D22E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A4007-5D77-4F1E-BCC4-6D1F8F74B4B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49572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749DC-5D5F-56D5-293E-75F7A1FF4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AC33F-69FA-3679-B2B7-AF95C8C79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54812-5644-87BE-50C8-E2D950447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E9310-A109-495A-A6D3-B9B1DB87B810}" type="datetimeFigureOut">
              <a:rPr lang="en-ID" smtClean="0"/>
              <a:t>17/12/2025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56EFA-7447-92A5-CC38-29F648C99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77795-01E1-3341-86F9-579ADB150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A4007-5D77-4F1E-BCC4-6D1F8F74B4B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0059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4D3A5-B2EC-FB32-DBA6-34214B3F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D55A15-34A5-EA01-68C2-B9EDDFFEE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1AC42-C379-9DF7-7905-C4E3BEECD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E9310-A109-495A-A6D3-B9B1DB87B810}" type="datetimeFigureOut">
              <a:rPr lang="en-ID" smtClean="0"/>
              <a:t>17/12/2025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4B2FF-9B45-E8C5-9667-02AC650B1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81297-21C8-0587-408F-7E9D5F0B2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A4007-5D77-4F1E-BCC4-6D1F8F74B4B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20006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5913C-AF4E-FDCC-8536-D4CBC0469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B187B-5C27-A759-765A-58ADB375BE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5C4946-39B3-0067-963D-B4D9AF303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502461-A871-B3AF-1A28-78C10067F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E9310-A109-495A-A6D3-B9B1DB87B810}" type="datetimeFigureOut">
              <a:rPr lang="en-ID" smtClean="0"/>
              <a:t>17/12/2025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EC8C71-47E7-5E94-ED42-6EB98FB0A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FC2C62-09E5-257B-08C0-0DBC0DEA0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A4007-5D77-4F1E-BCC4-6D1F8F74B4B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11035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841AC-5B96-A0D1-D215-ED9A86B68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16824-2846-936A-727F-4716158D5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87477-6BA9-24BB-DD6F-C10FA32C5C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B5B614-4D28-4313-40C4-2E35BA8093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07AFA6-A503-B5C6-7181-B6C5CC4FF4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04A235-CEB2-3FEC-D81D-40B248D9A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E9310-A109-495A-A6D3-B9B1DB87B810}" type="datetimeFigureOut">
              <a:rPr lang="en-ID" smtClean="0"/>
              <a:t>17/12/2025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31A97D-9CF9-31E2-0C73-68F1AD9D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033FA0-5508-E16F-08D9-75A0F15F3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A4007-5D77-4F1E-BCC4-6D1F8F74B4B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26268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D5669-F299-895C-4655-0B1D96CB2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82299A-0EFB-53F6-5FD1-89FFB8FF9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E9310-A109-495A-A6D3-B9B1DB87B810}" type="datetimeFigureOut">
              <a:rPr lang="en-ID" smtClean="0"/>
              <a:t>17/12/2025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847A0-553D-C7D7-F915-5D3A2EDE9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C5685C-A1B1-0FB4-1C85-139E1C11E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A4007-5D77-4F1E-BCC4-6D1F8F74B4B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51249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213B53-783E-4E2E-AED8-DEFC35872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E9310-A109-495A-A6D3-B9B1DB87B810}" type="datetimeFigureOut">
              <a:rPr lang="en-ID" smtClean="0"/>
              <a:t>17/12/2025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250B96-8FB0-FBA9-CC30-D9C1FE5CE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4ECFE5-FDAA-17D7-14D0-DAAD21D46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A4007-5D77-4F1E-BCC4-6D1F8F74B4B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7369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EA312-B422-7B01-CDDC-4DA9C95EA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78BDD-262D-9388-13E7-BAB4C9887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AE62AE-B183-C1D7-48BE-145A263F82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E3C76A-9BA1-D575-F881-D6867B412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E9310-A109-495A-A6D3-B9B1DB87B810}" type="datetimeFigureOut">
              <a:rPr lang="en-ID" smtClean="0"/>
              <a:t>17/12/2025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0BF84B-67C7-A6B3-4633-C8BFF69D4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56AF29-723D-7D5E-6EF3-6BE861D46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A4007-5D77-4F1E-BCC4-6D1F8F74B4B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13649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6AC2D-9FB9-D5FA-1EC0-61AF795D8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33DBD3-6559-6564-2FF4-509C6C0C65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9438C8-C3F3-0764-669F-BE45032C2B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852174-2DCB-13FC-AC32-85A094D64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E9310-A109-495A-A6D3-B9B1DB87B810}" type="datetimeFigureOut">
              <a:rPr lang="en-ID" smtClean="0"/>
              <a:t>17/12/2025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A97F89-6729-6795-739C-6D7458147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7E7D8-D817-329F-E1A9-10B45CDBC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A4007-5D77-4F1E-BCC4-6D1F8F74B4B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98645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6CC06-56D8-587F-DEB2-07A66B4D6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ADBA09-BEA5-7D4D-EC25-9B7DDC6FC0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6F553-B191-59B7-6719-05DA78632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E9310-A109-495A-A6D3-B9B1DB87B810}" type="datetimeFigureOut">
              <a:rPr lang="en-ID" smtClean="0"/>
              <a:t>17/12/2025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16AF0-9E7E-B780-1E57-4F0B315A2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A3C87-369C-9C61-F24A-7A6577F57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A4007-5D77-4F1E-BCC4-6D1F8F74B4B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12042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905D85-ECCF-3A53-2391-CB339C184E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985B5C-3140-3432-03E4-EE40C58F33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852D2-D656-5222-FB8C-B7371C28D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E9310-A109-495A-A6D3-B9B1DB87B810}" type="datetimeFigureOut">
              <a:rPr lang="en-ID" smtClean="0"/>
              <a:t>17/12/2025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A6226-DEAF-F965-5FF4-3FB44198D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02556-FE8E-F2EA-5015-29C77F8AD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A4007-5D77-4F1E-BCC4-6D1F8F74B4B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02261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24F934-6E15-2254-4EC0-55903F0C8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EDD776-723C-62B6-BD63-C622FF15E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9AFAE-7698-A0D0-CAB4-763EB4EC3F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3E9310-A109-495A-A6D3-B9B1DB87B810}" type="datetimeFigureOut">
              <a:rPr lang="en-ID" smtClean="0"/>
              <a:t>17/12/2025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B324F-E470-9C85-C0AE-81313F4923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64D4F-35F7-02F2-9D4B-3DABD31162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6A4007-5D77-4F1E-BCC4-6D1F8F74B4B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31249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712E5-878C-382E-69B0-12528C49DB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6651EF-EF1C-DE7B-7A63-6499CA7403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97214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7z</dc:creator>
  <cp:lastModifiedBy>Rafael 7z</cp:lastModifiedBy>
  <cp:revision>1</cp:revision>
  <dcterms:created xsi:type="dcterms:W3CDTF">2025-12-17T02:30:53Z</dcterms:created>
  <dcterms:modified xsi:type="dcterms:W3CDTF">2025-12-17T02:30:53Z</dcterms:modified>
</cp:coreProperties>
</file>